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-624" y="-10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6505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35232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04593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4619212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397016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705361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41933754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36321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5313976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834007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662095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44EA94-41AC-4A2C-AF02-0CF11E334B66}" type="datetimeFigureOut">
              <a:rPr lang="en-US" smtClean="0"/>
              <a:pPr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BE789-5453-42EE-BF13-E3D7B69FD4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7903249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Innovation Research Track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Week days(7/9/2026-10/9/2026) 2PM to 3PM at SJT310 A05</a:t>
            </a:r>
          </a:p>
          <a:p>
            <a:r>
              <a:rPr lang="en-US" dirty="0" smtClean="0"/>
              <a:t>7/9/2026 5PM to 6PM SJT310 A05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14 batches identified based on your registration, all must complete your review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xmlns="" val="20990894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Expected(20 Slides)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1.Title</a:t>
            </a:r>
          </a:p>
          <a:p>
            <a:r>
              <a:rPr lang="en-US" dirty="0" smtClean="0"/>
              <a:t>2.Abstract(Domain based)</a:t>
            </a:r>
          </a:p>
          <a:p>
            <a:r>
              <a:rPr lang="en-US" dirty="0" smtClean="0"/>
              <a:t>3.Introduction 2Slides</a:t>
            </a:r>
          </a:p>
          <a:p>
            <a:r>
              <a:rPr lang="en-US" dirty="0" smtClean="0"/>
              <a:t>4.Literature review 10 Relevant and recent works(2025,2026)</a:t>
            </a:r>
          </a:p>
          <a:p>
            <a:r>
              <a:rPr lang="en-US" dirty="0" smtClean="0"/>
              <a:t>5.Architecture diagram(overview of Workflow)</a:t>
            </a:r>
          </a:p>
          <a:p>
            <a:r>
              <a:rPr lang="en-US" dirty="0" smtClean="0"/>
              <a:t>6.Technologies willing to use</a:t>
            </a:r>
          </a:p>
          <a:p>
            <a:r>
              <a:rPr lang="en-US" dirty="0" smtClean="0"/>
              <a:t>7.Dataset URLs(2 or 3) and SIZE(numerical value)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444</TotalTime>
  <Words>66</Words>
  <Application>Microsoft Office PowerPoint</Application>
  <PresentationFormat>Custom</PresentationFormat>
  <Paragraphs>14</Paragraphs>
  <Slides>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3" baseType="lpstr">
      <vt:lpstr>Office Theme</vt:lpstr>
      <vt:lpstr>Innovation Research Track</vt:lpstr>
      <vt:lpstr>Expected(20 Slides)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Exercise 3</dc:title>
  <dc:creator>Microsoft account</dc:creator>
  <cp:lastModifiedBy>HP</cp:lastModifiedBy>
  <cp:revision>5</cp:revision>
  <dcterms:created xsi:type="dcterms:W3CDTF">2023-05-11T03:40:47Z</dcterms:created>
  <dcterms:modified xsi:type="dcterms:W3CDTF">2026-09-06T08:48:14Z</dcterms:modified>
</cp:coreProperties>
</file>